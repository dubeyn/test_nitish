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F397D"/>
                </a:solidFill>
              </a:rPr>
              <a:t>Popular Transformer Pipelines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Various NLP and Vision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97D"/>
                </a:solidFill>
              </a:rPr>
              <a:t>Text Classification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text-classification: Classifies text into predefined categories.</a:t>
            </a:r>
          </a:p>
          <a:p>
            <a:pPr/>
            <a:r>
              <a:rPr sz="1800"/>
              <a:t>sentiment-analysis: Analyzes emotions/sentiment.</a:t>
            </a:r>
          </a:p>
          <a:p>
            <a:pPr/>
            <a:r>
              <a:rPr sz="1800"/>
              <a:t>ner: Recognizes named entities like person, 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97D"/>
                </a:solidFill>
              </a:rPr>
              <a:t>Question Answering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question-answering: Extracts answer span from context.</a:t>
            </a:r>
          </a:p>
          <a:p>
            <a:pPr/>
            <a:r>
              <a:rPr sz="1800"/>
              <a:t>document-question-answering: Performs Q&amp;A on documents.</a:t>
            </a:r>
          </a:p>
          <a:p>
            <a:pPr/>
            <a:r>
              <a:rPr sz="1800"/>
              <a:t>vqa: Answers questions about images.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97D"/>
                </a:solidFill>
              </a:rPr>
              <a:t>Summarization and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summarization: Generates concise summaries from long texts.</a:t>
            </a:r>
          </a:p>
          <a:p>
            <a:pPr/>
            <a:r>
              <a:rPr sz="1800"/>
              <a:t>translation: Translates text between languages.</a:t>
            </a:r>
          </a:p>
          <a:p>
            <a:pPr/>
            <a:r>
              <a:rPr sz="1800"/>
              <a:t>text-generation: Generates text from prompts.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97D"/>
                </a:solidFill>
              </a:rPr>
              <a:t>Vision and Multimodal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image-classification: Classifies images into categories.</a:t>
            </a:r>
          </a:p>
          <a:p>
            <a:pPr/>
            <a:r>
              <a:rPr sz="1800"/>
              <a:t>object-detection: Detects objects and bounding boxes.</a:t>
            </a:r>
          </a:p>
          <a:p>
            <a:pPr/>
            <a:r>
              <a:rPr sz="1800"/>
              <a:t>image-to-text: Generates captions from images.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97D"/>
                </a:solidFill>
              </a:rPr>
              <a:t>Audio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automatic-speech-recognition: Converts speech to text.</a:t>
            </a:r>
          </a:p>
          <a:p>
            <a:pPr/>
            <a:r>
              <a:rPr sz="1800"/>
              <a:t>audio-classification: Classifies audio samples.</a:t>
            </a:r>
          </a:p>
          <a:p>
            <a:pPr/>
            <a:r>
              <a:rPr sz="1800"/>
              <a:t>text-to-speech: Converts text to audio.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97D"/>
                </a:solidFill>
              </a:rPr>
              <a:t>Advanced Multimodal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zero-shot-image-classification: Matches images with text labels.</a:t>
            </a:r>
          </a:p>
          <a:p>
            <a:pPr/>
            <a:r>
              <a:rPr sz="1800"/>
              <a:t>document-question-answering: Combines OCR and text reasoning.</a:t>
            </a:r>
          </a:p>
          <a:p>
            <a:pPr/>
            <a:r>
              <a:rPr sz="1800"/>
              <a:t>visual-question-answering: Answers visual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97D"/>
                </a:solidFill>
              </a:rPr>
              <a:t>Special and Utility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table-question-answering: Answers questions based on tabular data.</a:t>
            </a:r>
          </a:p>
          <a:p>
            <a:pPr/>
            <a:r>
              <a:rPr sz="1800"/>
              <a:t>text2text-generation: Generic text transformation.</a:t>
            </a:r>
          </a:p>
          <a:p>
            <a:pPr/>
            <a:r>
              <a:rPr sz="1800"/>
              <a:t>sentence-similarity: Measures semantic similarity between texts.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97D"/>
                </a:solidFill>
              </a:rPr>
              <a:t>Example Usage of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Using Hugging Face's pipeline for document Q&amp;A.</a:t>
            </a:r>
          </a:p>
          <a:p>
            <a:pPr/>
            <a:r>
              <a:rPr sz="1800"/>
              <a:t>Summarization example with BART model.</a:t>
            </a:r>
          </a:p>
          <a:p>
            <a:pPr/>
            <a:r>
              <a:rPr sz="1800"/>
              <a:t>Zero-shot classification example with BART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97D"/>
                </a:solidFill>
              </a:rPr>
              <a:t>Document Question Answering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Fetch Wikipedia content using a URL or topic.</a:t>
            </a:r>
          </a:p>
          <a:p>
            <a:pPr/>
            <a:r>
              <a:rPr sz="1800"/>
              <a:t>Ask a question and get answers using DistilBERT.</a:t>
            </a:r>
          </a:p>
          <a:p>
            <a:pPr/>
            <a:r>
              <a:rPr sz="1800"/>
              <a:t>Utilizes Tkinter for GUI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